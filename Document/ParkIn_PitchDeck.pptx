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3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827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0A087"/>
          </a:solidFill>
          <a:ln w="12700">
            <a:solidFill>
              <a:srgbClr val="00A0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72784" y="1974753"/>
            <a:ext cx="3474720" cy="347472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13273" y="1554480"/>
            <a:ext cx="2286000" cy="2286000"/>
          </a:xfrm>
          <a:prstGeom prst="ellipse">
            <a:avLst/>
          </a:prstGeom>
          <a:solidFill>
            <a:srgbClr val="00A08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02920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SISTEM RESERVASI PARKIR PINTAR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Reservasi. Masuk. Bayar. Selesai.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 modern untuk manajemen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parkir berbasis booking &amp; pembayaran digital.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32004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94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Faqih Aulia Hakim  •  Arsyadillah F. D.  •  Nanda Sabrina Anggie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Teknik Informatika — Universitas Muhammadiyah Magelang — 2026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96F163-112D-0706-9F22-97351D970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0959"/>
            <a:ext cx="2983747" cy="9413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F9CAE00-6E3A-F628-BD65-1D7591C48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665" y="503095"/>
            <a:ext cx="450453" cy="4515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8CDA2D-7DC0-3CB0-9B69-485CB3362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239" y="550335"/>
            <a:ext cx="771858" cy="411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Kami Selesaikan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4864" cy="3840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8046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097280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97280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52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Menemukan Slot Parkir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42646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Pengendara harus berputar-putar mencari slot kosong, bisa memakan 15 menit di lokasi ramai.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93392"/>
            <a:ext cx="8046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993392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993392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🎟️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048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Karcis Manual Lambat &amp; Rawan Error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322576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tiket konvensional menciptakan antrean di gerbang masuk dan keluar.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89504"/>
            <a:ext cx="8046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2889504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889504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2944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Tunai Tidak Efisien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21868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tunai di gerbang memperlambat arus keluar kendaraan dan rentan kejahatan.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785616"/>
            <a:ext cx="8046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785616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785616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Parkir Liar &amp; Keamanan Rendah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411480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 event kesulitan mengontrol parkir liar yang memasang tarif sembarangan.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Kami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Park'in menghadirkan ekosistem parkir digital yang terintegrasi penuh — dari booking hingga pembayaran otomatis.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600200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517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Digital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Reservasi slot parkir dari smartphone sebelum berangkat.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600200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tanpa karcis fisik — scan QR, palang terbuka otomatis.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651760" cy="1600200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88720"/>
            <a:ext cx="265176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8076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Post-Pay Otomatis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 sesuai durasi aktual via Linked Payment, tanpa uang tunai.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651760" cy="1600200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26517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Mitra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913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 parkir kontrol slot dan laporan pendapatan real-time.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651760" cy="1600200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17520"/>
            <a:ext cx="265176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0040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Pre-Check Bill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913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estimasi biaya real-time sebelum menuju gerbang keluar.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3017520"/>
            <a:ext cx="2651760" cy="1600200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3017520"/>
            <a:ext cx="265176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08076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Keamanan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913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unik one-time, enkripsi SSL/TLS, uptime 99.9%.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Park'in Bekerja?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47088" y="2148840"/>
            <a:ext cx="146304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8016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928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🔎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2651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Lokasi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3044952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Temukan slot parkir tersedia di peta terintegrasi Google Maps.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2148840"/>
            <a:ext cx="146304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14300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28016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93392" y="18928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039112" y="2651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Slot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66544" y="3044952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slot &amp; waktu. Sistem mengunci slot otomatis.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85232" y="2148840"/>
            <a:ext cx="146304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14300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61104" y="128016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1104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12464" y="18928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📲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758184" y="2651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Masuk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85616" y="3044952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Tunjukkan QR tiket digital di gerbang. Palang terbuka &lt; 3 detik.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04304" y="2148840"/>
            <a:ext cx="146304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1536" y="114300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0176" y="128016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31536" y="18928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🕐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5477256" y="2651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Parkir &amp; Pantau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04688" y="3044952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estimasi biaya real-time via Pre-Check Bill di aplikasi.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50608" y="114300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99248" y="128016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9248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50608" y="189280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196328" y="2651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Auto-Pay &amp; Keluar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0" y="3044952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keluar, bayar otomatis, terima struk digital.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71600" y="4526280"/>
            <a:ext cx="18288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dtk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QR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840480" y="4526280"/>
            <a:ext cx="18288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4526280"/>
            <a:ext cx="18288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A087">
              <a:alpha val="20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45720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PARK'IN — SMART PARKING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Parkir Lebih Cerdas,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Sekarang.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Park'in hadir untuk mengakhiri antrean panjang, tiket fisik, dan pembayaran tunai.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aplikasi. Semua kebutuhan parkir Anda.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77440" y="3520440"/>
            <a:ext cx="1920240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520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Download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520440"/>
            <a:ext cx="1920240" cy="475488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520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Jadi Mitra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4251960"/>
            <a:ext cx="45720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Faqih Aulia Hakim (0006)   •   Arsyadillah Fahran Daniswara (0009)   •   Nanda Sabrina Anggie (0012)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Rekayasa Perangkat Lunak — S1 Teknik Informatika 4A — Universitas Muhammadiyah Magelang — 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389</Words>
  <Application>Microsoft Office PowerPoint</Application>
  <PresentationFormat>On-screen Show (16:9)</PresentationFormat>
  <Paragraphs>77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Park'in - Sistem Reservasi Parkir Pintar</dc:title>
  <dc:subject>PptxGenJS Presentation</dc:subject>
  <dc:creator>PptxGenJS</dc:creator>
  <cp:lastModifiedBy>Lenovo LOQ</cp:lastModifiedBy>
  <cp:revision>6</cp:revision>
  <dcterms:created xsi:type="dcterms:W3CDTF">2026-05-18T03:32:29Z</dcterms:created>
  <dcterms:modified xsi:type="dcterms:W3CDTF">2026-05-18T04:39:12Z</dcterms:modified>
</cp:coreProperties>
</file>